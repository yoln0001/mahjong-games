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7EB"/>
    <a:srgbClr val="111827"/>
    <a:srgbClr val="444444"/>
    <a:srgbClr val="D9D9D9"/>
    <a:srgbClr val="FA8C16"/>
    <a:srgbClr val="1677FF"/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22083-DD64-4494-8B47-ACD0602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7B700E-94DA-4CD8-87D8-E1070188B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5CF489-08FD-417C-98BE-559F5F1D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B0C9F-50E9-4175-A87A-B888786B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3A9B4-DCFA-4995-919B-3AB85CE0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99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AA554-D08B-4DD8-938E-35993307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F0D6E-100B-4238-BF01-0AED9D484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BE841-33EB-4518-88AC-D4A9DCBB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9359C1-1727-4399-902F-E76A9B3D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8085D5-7F4C-4E52-A6AB-5DCE8FA2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20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19034-464E-4A79-AEC9-F70A0E97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4DFE1-4EF5-45FC-A334-B3F5B7906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5D4CF-1AF7-4D05-8F7A-7E032474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55FED-2A27-4717-B5A7-BF706B6F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A923F-689F-4D98-8B30-A80F9906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4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25124-2E03-4DD8-8BF3-0DD6B6A8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A4A46-CFF4-4B03-ADAD-E06DD2FD6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74BBF2-2990-45D9-8D6D-B83C1C610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25E58A-F176-4406-9A1E-515E9448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48B121-DB90-492A-8441-13D69284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173625-AE9B-44C0-AB94-DC1C5231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68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F814F-227C-46B2-9F37-F201B456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0DC09B-AB89-4F5E-B4F5-AB5E9F103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C7E9D4-367F-492D-9924-E7CE14152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6950DF-6A5A-43B0-9944-0AF4183E5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ED4DD9-EA0C-41B2-817C-1D0BF3A73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16C210-B2BC-4D0E-A1A9-BDDADDF6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B89817-D35C-45A4-BBF3-C4C2DBB5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302D47-8F82-46B6-B0E3-147CBA20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63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45DBC-8C9A-473D-994A-5CC545FF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DCD33C-397C-415E-8DB1-599A4641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D20EB8-AC07-4927-BD53-5393F6FB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50BD5B-3E9F-4AA7-97D2-F0F34DA1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7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A63B7F-6B2D-4423-A2BA-4C97F977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0F4D5A-3D1E-4BC6-AD8C-A52511AA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EFF29-09FE-4FAC-86BE-F26913E9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4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FFDDE-96D3-46C3-9CF2-C2956633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091EE-F538-4426-96BB-6A1344D75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C5562-9EBE-4950-ABF0-FAED82E81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F403DF-EE33-4399-B636-5CCD012B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3D3F2D-C89A-4F57-93EE-0F0F6A52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94B42C-F768-482C-9098-CF92D2F2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11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B470B-14EB-4D0F-A3B2-6DCB5F62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9596D6-4CF8-4D5C-9F92-D2A78E0C3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C41D67-85F7-4AF5-A2AD-809E2386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F75007-50E5-4750-886D-04B29BE3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1A6518-42A8-49F2-B2CB-94044680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62F868-B22C-4C5E-9235-3FD2E7DF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37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59606-8BB9-4C00-93E0-1EE59BC0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85C6A4-506F-4B81-AD85-0FDFA52C7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4EC87-99AD-4444-9695-0E24AC90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3AC65-99CA-4A1E-89E7-B16C1475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0A01C-C306-41D5-80CD-3C1CF7B0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46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7A3E2A-13E6-45DE-B046-3816C13EA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944969-7DA7-4547-B6CE-86D0B1BBB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473842-46DD-41F3-9083-4A3F88D4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727D3-8023-4B30-922E-8A73EA27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A228E-CF21-4889-8B64-A962F270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16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9AF880-F472-45B5-96D6-3E2D17E2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D339F-2519-4117-87FB-CD1BC287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D85B83-73AC-4713-9DC7-8467A0A91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50F8A-A77D-4BA2-92FD-675F9079B0FE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D0C1E2-249F-4BFE-9739-C67CFE0FA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A6AB7-4DED-47D1-BE73-E93D8BB8F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F1A66-2C58-4BF0-AF69-1288A8BF0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6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84680-0909-40AB-95C9-DEC1BCDC8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主页卡片图案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2B2B33-A2F8-4F57-9999-803041B22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05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D9CBD46-3085-4993-96D1-91F0D7A627E8}"/>
              </a:ext>
            </a:extLst>
          </p:cNvPr>
          <p:cNvSpPr>
            <a:spLocks noChangeAspect="1"/>
          </p:cNvSpPr>
          <p:nvPr/>
        </p:nvSpPr>
        <p:spPr>
          <a:xfrm>
            <a:off x="7009200" y="27648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66179C2-B3F3-450E-AC45-44D3D6AD2213}"/>
              </a:ext>
            </a:extLst>
          </p:cNvPr>
          <p:cNvSpPr>
            <a:spLocks noChangeAspect="1"/>
          </p:cNvSpPr>
          <p:nvPr/>
        </p:nvSpPr>
        <p:spPr>
          <a:xfrm>
            <a:off x="2912400" y="267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F1FCE38-5137-4B56-8764-C205B7A1ED8C}"/>
              </a:ext>
            </a:extLst>
          </p:cNvPr>
          <p:cNvSpPr>
            <a:spLocks/>
          </p:cNvSpPr>
          <p:nvPr/>
        </p:nvSpPr>
        <p:spPr>
          <a:xfrm>
            <a:off x="6901200" y="26568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2468715-957A-449C-8B08-A5070743643D}"/>
              </a:ext>
            </a:extLst>
          </p:cNvPr>
          <p:cNvSpPr>
            <a:spLocks/>
          </p:cNvSpPr>
          <p:nvPr/>
        </p:nvSpPr>
        <p:spPr>
          <a:xfrm>
            <a:off x="6739986" y="249518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形 50">
            <a:extLst>
              <a:ext uri="{FF2B5EF4-FFF2-40B4-BE49-F238E27FC236}">
                <a16:creationId xmlns:a16="http://schemas.microsoft.com/office/drawing/2014/main" id="{B8A99321-9019-4909-90B4-B32AC007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536" y="2602455"/>
            <a:ext cx="2340900" cy="3121200"/>
          </a:xfrm>
          <a:prstGeom prst="rect">
            <a:avLst/>
          </a:prstGeom>
          <a:scene3d>
            <a:camera prst="orthographicFront">
              <a:rot lat="0" lon="0" rev="20880000"/>
            </a:camera>
            <a:lightRig rig="threePt" dir="t"/>
          </a:scene3d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4939200" y="258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7545ED8-C09E-49AF-BB61-B5D0C3823BB0}"/>
              </a:ext>
            </a:extLst>
          </p:cNvPr>
          <p:cNvSpPr>
            <a:spLocks/>
          </p:cNvSpPr>
          <p:nvPr/>
        </p:nvSpPr>
        <p:spPr>
          <a:xfrm>
            <a:off x="2822400" y="2581200"/>
            <a:ext cx="2520000" cy="3363329"/>
          </a:xfrm>
          <a:prstGeom prst="roundRect">
            <a:avLst/>
          </a:prstGeom>
          <a:solidFill>
            <a:srgbClr val="FA8C16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477AD2-13CB-427C-815D-2193E0D13616}"/>
              </a:ext>
            </a:extLst>
          </p:cNvPr>
          <p:cNvSpPr>
            <a:spLocks/>
          </p:cNvSpPr>
          <p:nvPr/>
        </p:nvSpPr>
        <p:spPr>
          <a:xfrm>
            <a:off x="2661543" y="241948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内容占位符 7">
            <a:extLst>
              <a:ext uri="{FF2B5EF4-FFF2-40B4-BE49-F238E27FC236}">
                <a16:creationId xmlns:a16="http://schemas.microsoft.com/office/drawing/2014/main" id="{700B46AB-8C82-4C89-B6C0-5139C9529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1543" y="2503725"/>
            <a:ext cx="2340000" cy="3120000"/>
          </a:xfrm>
          <a:prstGeom prst="rect">
            <a:avLst/>
          </a:prstGeom>
          <a:scene3d>
            <a:camera prst="orthographicFront">
              <a:rot lat="0" lon="0" rev="720000"/>
            </a:camera>
            <a:lightRig rig="threePt" dir="t"/>
          </a:scene3d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4831200" y="2491200"/>
            <a:ext cx="2520000" cy="3363329"/>
          </a:xfrm>
          <a:prstGeom prst="roundRect">
            <a:avLst/>
          </a:prstGeom>
          <a:solidFill>
            <a:srgbClr val="1677FF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4651147" y="2312211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AB9DC7B6-1305-4372-AB0D-4169CC3345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0697" y="2419483"/>
            <a:ext cx="2340900" cy="31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2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2700000" y="2527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2592000" y="2419200"/>
            <a:ext cx="2520000" cy="3363329"/>
          </a:xfrm>
          <a:prstGeom prst="roundRect">
            <a:avLst/>
          </a:prstGeom>
          <a:solidFill>
            <a:srgbClr val="444444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2410564" y="223954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AB9DC7B6-1305-4372-AB0D-4169CC334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0114" y="2346815"/>
            <a:ext cx="2340900" cy="3121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8CCB22B-4C24-484E-AE50-FD07270B01A9}"/>
              </a:ext>
            </a:extLst>
          </p:cNvPr>
          <p:cNvSpPr>
            <a:spLocks noChangeAspect="1"/>
          </p:cNvSpPr>
          <p:nvPr/>
        </p:nvSpPr>
        <p:spPr>
          <a:xfrm>
            <a:off x="6901200" y="2527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A9B4B82-9912-4EB7-B1A6-8F3BD169E390}"/>
              </a:ext>
            </a:extLst>
          </p:cNvPr>
          <p:cNvSpPr>
            <a:spLocks/>
          </p:cNvSpPr>
          <p:nvPr/>
        </p:nvSpPr>
        <p:spPr>
          <a:xfrm>
            <a:off x="6793200" y="2419200"/>
            <a:ext cx="2520000" cy="3363329"/>
          </a:xfrm>
          <a:prstGeom prst="roundRect">
            <a:avLst/>
          </a:prstGeom>
          <a:solidFill>
            <a:srgbClr val="444444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E3C9099-1EBA-47A5-8A02-15E33690935A}"/>
              </a:ext>
            </a:extLst>
          </p:cNvPr>
          <p:cNvSpPr>
            <a:spLocks/>
          </p:cNvSpPr>
          <p:nvPr/>
        </p:nvSpPr>
        <p:spPr>
          <a:xfrm>
            <a:off x="6614180" y="223954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E297C44F-EC42-45D3-97DF-19575542A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3730" y="2346815"/>
            <a:ext cx="2340900" cy="3121200"/>
          </a:xfrm>
          <a:prstGeom prst="rect">
            <a:avLst/>
          </a:prstGeom>
        </p:spPr>
      </p:pic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572F0F75-DACF-48CB-967E-37DD929B414D}"/>
              </a:ext>
            </a:extLst>
          </p:cNvPr>
          <p:cNvCxnSpPr>
            <a:cxnSpLocks/>
            <a:stCxn id="6" idx="0"/>
            <a:endCxn id="16" idx="0"/>
          </p:cNvCxnSpPr>
          <p:nvPr/>
        </p:nvCxnSpPr>
        <p:spPr>
          <a:xfrm rot="5400000" flipH="1" flipV="1">
            <a:off x="5772372" y="137735"/>
            <a:ext cx="12700" cy="4203616"/>
          </a:xfrm>
          <a:prstGeom prst="curvedConnector3">
            <a:avLst>
              <a:gd name="adj1" fmla="val 10049008"/>
            </a:avLst>
          </a:prstGeom>
          <a:ln w="38100" cap="flat">
            <a:solidFill>
              <a:srgbClr val="4444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69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D9CBD46-3085-4993-96D1-91F0D7A627E8}"/>
              </a:ext>
            </a:extLst>
          </p:cNvPr>
          <p:cNvSpPr>
            <a:spLocks noChangeAspect="1"/>
          </p:cNvSpPr>
          <p:nvPr/>
        </p:nvSpPr>
        <p:spPr>
          <a:xfrm>
            <a:off x="7009200" y="27648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66179C2-B3F3-450E-AC45-44D3D6AD2213}"/>
              </a:ext>
            </a:extLst>
          </p:cNvPr>
          <p:cNvSpPr>
            <a:spLocks noChangeAspect="1"/>
          </p:cNvSpPr>
          <p:nvPr/>
        </p:nvSpPr>
        <p:spPr>
          <a:xfrm>
            <a:off x="2912400" y="267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F1FCE38-5137-4B56-8764-C205B7A1ED8C}"/>
              </a:ext>
            </a:extLst>
          </p:cNvPr>
          <p:cNvSpPr>
            <a:spLocks/>
          </p:cNvSpPr>
          <p:nvPr/>
        </p:nvSpPr>
        <p:spPr>
          <a:xfrm>
            <a:off x="6901200" y="26568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2468715-957A-449C-8B08-A5070743643D}"/>
              </a:ext>
            </a:extLst>
          </p:cNvPr>
          <p:cNvSpPr>
            <a:spLocks/>
          </p:cNvSpPr>
          <p:nvPr/>
        </p:nvSpPr>
        <p:spPr>
          <a:xfrm>
            <a:off x="6739986" y="249518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4939200" y="258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B70C8581-9DEC-4C98-A9F9-9C7BFF35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200" y="2602800"/>
            <a:ext cx="2340000" cy="3120000"/>
          </a:xfrm>
          <a:prstGeom prst="rect">
            <a:avLst/>
          </a:prstGeom>
          <a:scene3d>
            <a:camera prst="orthographicFront">
              <a:rot lat="0" lon="0" rev="20880000"/>
            </a:camera>
            <a:lightRig rig="threePt" dir="t"/>
          </a:scene3d>
        </p:spPr>
      </p:pic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7545ED8-C09E-49AF-BB61-B5D0C3823BB0}"/>
              </a:ext>
            </a:extLst>
          </p:cNvPr>
          <p:cNvSpPr>
            <a:spLocks/>
          </p:cNvSpPr>
          <p:nvPr/>
        </p:nvSpPr>
        <p:spPr>
          <a:xfrm>
            <a:off x="2822400" y="2581200"/>
            <a:ext cx="2520000" cy="3363329"/>
          </a:xfrm>
          <a:prstGeom prst="roundRect">
            <a:avLst/>
          </a:prstGeom>
          <a:solidFill>
            <a:srgbClr val="FA8C16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477AD2-13CB-427C-815D-2193E0D13616}"/>
              </a:ext>
            </a:extLst>
          </p:cNvPr>
          <p:cNvSpPr>
            <a:spLocks/>
          </p:cNvSpPr>
          <p:nvPr/>
        </p:nvSpPr>
        <p:spPr>
          <a:xfrm>
            <a:off x="2661543" y="241948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9327ED66-F666-4FE8-800D-7CE1FF3F3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0400" y="2505600"/>
            <a:ext cx="2340000" cy="3120000"/>
          </a:xfrm>
          <a:prstGeom prst="rect">
            <a:avLst/>
          </a:prstGeom>
          <a:scene3d>
            <a:camera prst="orthographicFront">
              <a:rot lat="0" lon="0" rev="720000"/>
            </a:camera>
            <a:lightRig rig="threePt" dir="t"/>
          </a:scene3d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4831200" y="2491200"/>
            <a:ext cx="2520000" cy="3363329"/>
          </a:xfrm>
          <a:prstGeom prst="roundRect">
            <a:avLst/>
          </a:prstGeom>
          <a:solidFill>
            <a:srgbClr val="1677FF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4651147" y="2312211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B36CCD5-F1DD-4635-917C-8CDABD005C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1200" y="2419200"/>
            <a:ext cx="2340000" cy="3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7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572F0F75-DACF-48CB-967E-37DD929B414D}"/>
              </a:ext>
            </a:extLst>
          </p:cNvPr>
          <p:cNvCxnSpPr>
            <a:cxnSpLocks/>
            <a:stCxn id="6" idx="0"/>
            <a:endCxn id="16" idx="0"/>
          </p:cNvCxnSpPr>
          <p:nvPr/>
        </p:nvCxnSpPr>
        <p:spPr>
          <a:xfrm rot="5400000" flipH="1" flipV="1">
            <a:off x="5772372" y="137735"/>
            <a:ext cx="12700" cy="4203616"/>
          </a:xfrm>
          <a:prstGeom prst="curvedConnector3">
            <a:avLst>
              <a:gd name="adj1" fmla="val 10049008"/>
            </a:avLst>
          </a:prstGeom>
          <a:ln w="38100" cap="flat">
            <a:solidFill>
              <a:srgbClr val="E5E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2700000" y="2527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2592000" y="24192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8CCB22B-4C24-484E-AE50-FD07270B01A9}"/>
              </a:ext>
            </a:extLst>
          </p:cNvPr>
          <p:cNvSpPr>
            <a:spLocks noChangeAspect="1"/>
          </p:cNvSpPr>
          <p:nvPr/>
        </p:nvSpPr>
        <p:spPr>
          <a:xfrm>
            <a:off x="6901200" y="2527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2410564" y="223954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A9B4B82-9912-4EB7-B1A6-8F3BD169E390}"/>
              </a:ext>
            </a:extLst>
          </p:cNvPr>
          <p:cNvSpPr>
            <a:spLocks/>
          </p:cNvSpPr>
          <p:nvPr/>
        </p:nvSpPr>
        <p:spPr>
          <a:xfrm>
            <a:off x="6793200" y="24192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E3C9099-1EBA-47A5-8A02-15E33690935A}"/>
              </a:ext>
            </a:extLst>
          </p:cNvPr>
          <p:cNvSpPr>
            <a:spLocks/>
          </p:cNvSpPr>
          <p:nvPr/>
        </p:nvSpPr>
        <p:spPr>
          <a:xfrm>
            <a:off x="6614180" y="223954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0B6E44DB-DC3D-4B04-80C1-BEBD1FC6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3200" y="2347200"/>
            <a:ext cx="2340000" cy="3120000"/>
          </a:xfrm>
          <a:prstGeom prst="rect">
            <a:avLst/>
          </a:prstGeom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0436EF35-B44F-4C39-A22E-0EA4130F8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2000" y="2347200"/>
            <a:ext cx="2340000" cy="3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83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D9CBD46-3085-4993-96D1-91F0D7A627E8}"/>
              </a:ext>
            </a:extLst>
          </p:cNvPr>
          <p:cNvSpPr>
            <a:spLocks noChangeAspect="1"/>
          </p:cNvSpPr>
          <p:nvPr/>
        </p:nvSpPr>
        <p:spPr>
          <a:xfrm>
            <a:off x="7009200" y="27648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66179C2-B3F3-450E-AC45-44D3D6AD2213}"/>
              </a:ext>
            </a:extLst>
          </p:cNvPr>
          <p:cNvSpPr>
            <a:spLocks noChangeAspect="1"/>
          </p:cNvSpPr>
          <p:nvPr/>
        </p:nvSpPr>
        <p:spPr>
          <a:xfrm>
            <a:off x="2912400" y="267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F1FCE38-5137-4B56-8764-C205B7A1ED8C}"/>
              </a:ext>
            </a:extLst>
          </p:cNvPr>
          <p:cNvSpPr>
            <a:spLocks/>
          </p:cNvSpPr>
          <p:nvPr/>
        </p:nvSpPr>
        <p:spPr>
          <a:xfrm>
            <a:off x="6901200" y="26568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2468715-957A-449C-8B08-A5070743643D}"/>
              </a:ext>
            </a:extLst>
          </p:cNvPr>
          <p:cNvSpPr>
            <a:spLocks/>
          </p:cNvSpPr>
          <p:nvPr/>
        </p:nvSpPr>
        <p:spPr>
          <a:xfrm>
            <a:off x="6739986" y="249518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形 50">
            <a:extLst>
              <a:ext uri="{FF2B5EF4-FFF2-40B4-BE49-F238E27FC236}">
                <a16:creationId xmlns:a16="http://schemas.microsoft.com/office/drawing/2014/main" id="{B8A99321-9019-4909-90B4-B32AC007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29536" y="2602455"/>
            <a:ext cx="2340900" cy="3121200"/>
          </a:xfrm>
          <a:prstGeom prst="rect">
            <a:avLst/>
          </a:prstGeom>
          <a:scene3d>
            <a:camera prst="orthographicFront">
              <a:rot lat="0" lon="0" rev="20880000"/>
            </a:camera>
            <a:lightRig rig="threePt" dir="t"/>
          </a:scene3d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4939200" y="258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7545ED8-C09E-49AF-BB61-B5D0C3823BB0}"/>
              </a:ext>
            </a:extLst>
          </p:cNvPr>
          <p:cNvSpPr>
            <a:spLocks/>
          </p:cNvSpPr>
          <p:nvPr/>
        </p:nvSpPr>
        <p:spPr>
          <a:xfrm>
            <a:off x="2822400" y="2581200"/>
            <a:ext cx="2520000" cy="3363329"/>
          </a:xfrm>
          <a:prstGeom prst="roundRect">
            <a:avLst/>
          </a:prstGeom>
          <a:solidFill>
            <a:srgbClr val="FA8C16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477AD2-13CB-427C-815D-2193E0D13616}"/>
              </a:ext>
            </a:extLst>
          </p:cNvPr>
          <p:cNvSpPr>
            <a:spLocks/>
          </p:cNvSpPr>
          <p:nvPr/>
        </p:nvSpPr>
        <p:spPr>
          <a:xfrm>
            <a:off x="2661543" y="2419483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内容占位符 7">
            <a:extLst>
              <a:ext uri="{FF2B5EF4-FFF2-40B4-BE49-F238E27FC236}">
                <a16:creationId xmlns:a16="http://schemas.microsoft.com/office/drawing/2014/main" id="{700B46AB-8C82-4C89-B6C0-5139C9529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751543" y="2503725"/>
            <a:ext cx="2340000" cy="3120000"/>
          </a:xfrm>
          <a:prstGeom prst="rect">
            <a:avLst/>
          </a:prstGeom>
          <a:scene3d>
            <a:camera prst="orthographicFront">
              <a:rot lat="0" lon="0" rev="720000"/>
            </a:camera>
            <a:lightRig rig="threePt" dir="t"/>
          </a:scene3d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4831200" y="2491200"/>
            <a:ext cx="2520000" cy="3363329"/>
          </a:xfrm>
          <a:prstGeom prst="roundRect">
            <a:avLst/>
          </a:prstGeom>
          <a:solidFill>
            <a:srgbClr val="1677FF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4651147" y="2312211"/>
            <a:ext cx="2520000" cy="336332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AB9DC7B6-1305-4372-AB0D-4169CC3345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40697" y="2419483"/>
            <a:ext cx="2340900" cy="31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9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D9CBD46-3085-4993-96D1-91F0D7A627E8}"/>
              </a:ext>
            </a:extLst>
          </p:cNvPr>
          <p:cNvSpPr>
            <a:spLocks noChangeAspect="1"/>
          </p:cNvSpPr>
          <p:nvPr/>
        </p:nvSpPr>
        <p:spPr>
          <a:xfrm>
            <a:off x="7009200" y="27648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66179C2-B3F3-450E-AC45-44D3D6AD2213}"/>
              </a:ext>
            </a:extLst>
          </p:cNvPr>
          <p:cNvSpPr>
            <a:spLocks noChangeAspect="1"/>
          </p:cNvSpPr>
          <p:nvPr/>
        </p:nvSpPr>
        <p:spPr>
          <a:xfrm>
            <a:off x="2912400" y="267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F1FCE38-5137-4B56-8764-C205B7A1ED8C}"/>
              </a:ext>
            </a:extLst>
          </p:cNvPr>
          <p:cNvSpPr>
            <a:spLocks/>
          </p:cNvSpPr>
          <p:nvPr/>
        </p:nvSpPr>
        <p:spPr>
          <a:xfrm>
            <a:off x="6901200" y="2656800"/>
            <a:ext cx="2520000" cy="3363329"/>
          </a:xfrm>
          <a:prstGeom prst="roundRect">
            <a:avLst/>
          </a:prstGeom>
          <a:solidFill>
            <a:srgbClr val="E5E7EB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2468715-957A-449C-8B08-A5070743643D}"/>
              </a:ext>
            </a:extLst>
          </p:cNvPr>
          <p:cNvSpPr>
            <a:spLocks/>
          </p:cNvSpPr>
          <p:nvPr/>
        </p:nvSpPr>
        <p:spPr>
          <a:xfrm>
            <a:off x="6739986" y="249518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208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957265-2714-4B5C-BDE0-A9CA01D716C1}"/>
              </a:ext>
            </a:extLst>
          </p:cNvPr>
          <p:cNvSpPr>
            <a:spLocks noChangeAspect="1"/>
          </p:cNvSpPr>
          <p:nvPr/>
        </p:nvSpPr>
        <p:spPr>
          <a:xfrm>
            <a:off x="4939200" y="2581200"/>
            <a:ext cx="2592000" cy="3459424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B70C8581-9DEC-4C98-A9F9-9C7BFF35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29200" y="2602800"/>
            <a:ext cx="2340000" cy="3120000"/>
          </a:xfrm>
          <a:prstGeom prst="rect">
            <a:avLst/>
          </a:prstGeom>
          <a:scene3d>
            <a:camera prst="orthographicFront">
              <a:rot lat="0" lon="0" rev="20880000"/>
            </a:camera>
            <a:lightRig rig="threePt" dir="t"/>
          </a:scene3d>
        </p:spPr>
      </p:pic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7545ED8-C09E-49AF-BB61-B5D0C3823BB0}"/>
              </a:ext>
            </a:extLst>
          </p:cNvPr>
          <p:cNvSpPr>
            <a:spLocks/>
          </p:cNvSpPr>
          <p:nvPr/>
        </p:nvSpPr>
        <p:spPr>
          <a:xfrm>
            <a:off x="2822400" y="2581200"/>
            <a:ext cx="2520000" cy="3363329"/>
          </a:xfrm>
          <a:prstGeom prst="roundRect">
            <a:avLst/>
          </a:prstGeom>
          <a:solidFill>
            <a:srgbClr val="FA8C16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477AD2-13CB-427C-815D-2193E0D13616}"/>
              </a:ext>
            </a:extLst>
          </p:cNvPr>
          <p:cNvSpPr>
            <a:spLocks/>
          </p:cNvSpPr>
          <p:nvPr/>
        </p:nvSpPr>
        <p:spPr>
          <a:xfrm>
            <a:off x="2661543" y="2419483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  <a:scene3d>
            <a:camera prst="orthographicFront">
              <a:rot lat="0" lon="0" rev="72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9327ED66-F666-4FE8-800D-7CE1FF3F3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750400" y="2505600"/>
            <a:ext cx="2340000" cy="3120000"/>
          </a:xfrm>
          <a:prstGeom prst="rect">
            <a:avLst/>
          </a:prstGeom>
          <a:scene3d>
            <a:camera prst="orthographicFront">
              <a:rot lat="0" lon="0" rev="720000"/>
            </a:camera>
            <a:lightRig rig="threePt" dir="t"/>
          </a:scene3d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70BBC-2285-4C5D-A6C9-140641A47639}"/>
              </a:ext>
            </a:extLst>
          </p:cNvPr>
          <p:cNvSpPr>
            <a:spLocks/>
          </p:cNvSpPr>
          <p:nvPr/>
        </p:nvSpPr>
        <p:spPr>
          <a:xfrm>
            <a:off x="4831200" y="2491200"/>
            <a:ext cx="2520000" cy="3363329"/>
          </a:xfrm>
          <a:prstGeom prst="roundRect">
            <a:avLst/>
          </a:prstGeom>
          <a:solidFill>
            <a:srgbClr val="1677FF">
              <a:alpha val="97255"/>
            </a:srgbClr>
          </a:solidFill>
          <a:ln>
            <a:solidFill>
              <a:schemeClr val="accent1">
                <a:shade val="50000"/>
                <a:alpha val="9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F9BF9C-1391-4DA4-AA2D-F47E089C8551}"/>
              </a:ext>
            </a:extLst>
          </p:cNvPr>
          <p:cNvSpPr>
            <a:spLocks/>
          </p:cNvSpPr>
          <p:nvPr/>
        </p:nvSpPr>
        <p:spPr>
          <a:xfrm>
            <a:off x="4651147" y="2312211"/>
            <a:ext cx="2520000" cy="3363329"/>
          </a:xfrm>
          <a:prstGeom prst="roundRect">
            <a:avLst/>
          </a:prstGeom>
          <a:solidFill>
            <a:srgbClr val="111827"/>
          </a:soli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B36CCD5-F1DD-4635-917C-8CDABD005C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41200" y="2419200"/>
            <a:ext cx="2340000" cy="3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0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</Words>
  <Application>Microsoft Office PowerPoint</Application>
  <PresentationFormat>宽屏</PresentationFormat>
  <Paragraphs>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主页卡片图案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淳 黄</dc:creator>
  <cp:lastModifiedBy>淳 黄</cp:lastModifiedBy>
  <cp:revision>48</cp:revision>
  <dcterms:created xsi:type="dcterms:W3CDTF">2026-02-12T07:18:26Z</dcterms:created>
  <dcterms:modified xsi:type="dcterms:W3CDTF">2026-02-20T14:58:50Z</dcterms:modified>
</cp:coreProperties>
</file>