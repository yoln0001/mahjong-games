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5E7EB"/>
    <a:srgbClr val="111827"/>
    <a:srgbClr val="444444"/>
    <a:srgbClr val="D9D9D9"/>
    <a:srgbClr val="FA8C16"/>
    <a:srgbClr val="1677FF"/>
    <a:srgbClr val="1E3A5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014" autoAdjust="0"/>
    <p:restoredTop sz="94660"/>
  </p:normalViewPr>
  <p:slideViewPr>
    <p:cSldViewPr snapToGrid="0">
      <p:cViewPr varScale="1">
        <p:scale>
          <a:sx n="74" d="100"/>
          <a:sy n="74" d="100"/>
        </p:scale>
        <p:origin x="75" y="39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3322083-DD64-4494-8B47-ACD0602576E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D77B700E-94DA-4CD8-87D8-E1070188B71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05CF489-08FD-417C-98BE-559F5F1DB8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F50F8A-A77D-4BA2-92FD-675F9079B0FE}" type="datetimeFigureOut">
              <a:rPr lang="zh-CN" altLang="en-US" smtClean="0"/>
              <a:t>2026/2/12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04B0C9F-50E9-4175-A87A-B888786B40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E63A9B4-DCFA-4995-919B-3AB85CE07B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EF1A66-2C58-4BF0-AF69-1288A8BF010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659954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A4AA554-D08B-4DD8-938E-3599330759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ACF0D6E-100B-4238-BF01-0AED9D4848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FCBE841-33EB-4518-88AC-D4A9DCBBF3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F50F8A-A77D-4BA2-92FD-675F9079B0FE}" type="datetimeFigureOut">
              <a:rPr lang="zh-CN" altLang="en-US" smtClean="0"/>
              <a:t>2026/2/12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C9359C1-1727-4399-902F-E76A9B3D44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88085D5-7F4C-4E52-A6AB-5DCE8FA2D1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EF1A66-2C58-4BF0-AF69-1288A8BF010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502018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7619034-464E-4A79-AEC9-F70A0E9788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E04DFE1-4EF5-45FC-A334-B3F5B7906E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C35D4CF-1AF7-4D05-8F7A-7E032474DB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F50F8A-A77D-4BA2-92FD-675F9079B0FE}" type="datetimeFigureOut">
              <a:rPr lang="zh-CN" altLang="en-US" smtClean="0"/>
              <a:t>2026/2/12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DC55FED-2A27-4717-B5A7-BF706B6FCD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B0A923F-689F-4D98-8B30-A80F990664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EF1A66-2C58-4BF0-AF69-1288A8BF010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284005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0C25124-2E03-4DD8-8BF3-0DD6B6A895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CBA4A46-CFF4-4B03-ADAD-E06DD2FD6A4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D074BBF2-2990-45D9-8D6D-B83C1C610BF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E25E58A-F176-4406-9A1E-515E94489E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F50F8A-A77D-4BA2-92FD-675F9079B0FE}" type="datetimeFigureOut">
              <a:rPr lang="zh-CN" altLang="en-US" smtClean="0"/>
              <a:t>2026/2/12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0E48B121-DB90-492A-8441-13D692848A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40173625-AE9B-44C0-AB94-DC1C5231A1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EF1A66-2C58-4BF0-AF69-1288A8BF010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7268447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B8F814F-227C-46B2-9F37-F201B4560F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110DC09B-AB89-4F5E-B4F5-AB5E9F103C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EFC7E9D4-367F-492D-9924-E7CE1415213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D26950DF-6A5A-43B0-9944-0AF4183E5B9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C1ED4DD9-EA0C-41B2-817C-1D0BF3A7354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B516C210-B2BC-4D0E-A1A9-BDDADDF668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F50F8A-A77D-4BA2-92FD-675F9079B0FE}" type="datetimeFigureOut">
              <a:rPr lang="zh-CN" altLang="en-US" smtClean="0"/>
              <a:t>2026/2/12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98B89817-D35C-45A4-BBF3-C4C2DBB5FC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ED302D47-8F82-46B6-B0E3-147CBA200C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EF1A66-2C58-4BF0-AF69-1288A8BF010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976301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C945DBC-8C9A-473D-994A-5CC545FFC2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2EDCD33C-397C-415E-8DB1-599A464146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F50F8A-A77D-4BA2-92FD-675F9079B0FE}" type="datetimeFigureOut">
              <a:rPr lang="zh-CN" altLang="en-US" smtClean="0"/>
              <a:t>2026/2/12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32D20EB8-AC07-4927-BD53-5393F6FB5C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6250BD5B-3E9F-4AA7-97D2-F0F34DA1FC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EF1A66-2C58-4BF0-AF69-1288A8BF010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595722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C6A63B7F-6B2D-4423-A2BA-4C97F9770D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F50F8A-A77D-4BA2-92FD-675F9079B0FE}" type="datetimeFigureOut">
              <a:rPr lang="zh-CN" altLang="en-US" smtClean="0"/>
              <a:t>2026/2/12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0E0F4D5A-3D1E-4BC6-AD8C-A52511AADB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2AEEFF29-09FE-4FAC-86BE-F26913E993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EF1A66-2C58-4BF0-AF69-1288A8BF010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273402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84FFDDE-96D3-46C3-9CF2-C29566336B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72091EE-F538-4426-96BB-6A1344D759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C49C5562-9EBE-4950-ABF0-FAED82E81C0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92F403DF-EE33-4399-B636-5CCD012BEF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F50F8A-A77D-4BA2-92FD-675F9079B0FE}" type="datetimeFigureOut">
              <a:rPr lang="zh-CN" altLang="en-US" smtClean="0"/>
              <a:t>2026/2/12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123D3F2D-C89A-4F57-93EE-0F0F6A52C6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294B42C-F768-482C-9098-CF92D2F235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EF1A66-2C58-4BF0-AF69-1288A8BF010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151136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59B470B-14EB-4D0F-A3B2-6DCB5F6299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F19596D6-4CF8-4D5C-9F92-D2A78E0C3DF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A5C41D67-85F7-4AF5-A2AD-809E2386707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BAF75007-50E5-4750-886D-04B29BE3EF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F50F8A-A77D-4BA2-92FD-675F9079B0FE}" type="datetimeFigureOut">
              <a:rPr lang="zh-CN" altLang="en-US" smtClean="0"/>
              <a:t>2026/2/12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AF1A6518-42A8-49F2-B2CB-9404468004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D862F868-B22C-4C5E-9235-3FD2E7DF0E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EF1A66-2C58-4BF0-AF69-1288A8BF010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973732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0859606-8BB9-4C00-93E0-1EE59BC0DA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2085C6A4-506F-4B81-AD85-0FDFA52C7D9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D84EC87-99AD-4444-9695-0E24AC9064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F50F8A-A77D-4BA2-92FD-675F9079B0FE}" type="datetimeFigureOut">
              <a:rPr lang="zh-CN" altLang="en-US" smtClean="0"/>
              <a:t>2026/2/12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EF3AC65-99CA-4A1E-89E7-B16C147528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8E0A01C-C306-41D5-80CD-3C1CF7B0B7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EF1A66-2C58-4BF0-AF69-1288A8BF010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154689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F07A3E2A-13E6-45DE-B046-3816C13EAE3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80944969-7DA7-4547-B6CE-86D0B1BBBE7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1473842-46DD-41F3-9083-4A3F88D475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F50F8A-A77D-4BA2-92FD-675F9079B0FE}" type="datetimeFigureOut">
              <a:rPr lang="zh-CN" altLang="en-US" smtClean="0"/>
              <a:t>2026/2/12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31727D3-8023-4B30-922E-8A73EA275F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DEA228E-CF21-4889-8B64-A962F2708A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EF1A66-2C58-4BF0-AF69-1288A8BF010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601639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2B9AF880-F472-45B5-96D6-3E2D17E20B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7BD339F-2519-4117-87FB-CD1BC287D7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9D85B83-73AC-4713-9DC7-8467A0A919C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0F50F8A-A77D-4BA2-92FD-675F9079B0FE}" type="datetimeFigureOut">
              <a:rPr lang="zh-CN" altLang="en-US" smtClean="0"/>
              <a:t>2026/2/12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DD0C1E2-249F-4BFE-9739-C67CFE0FA7C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A5A6AB7-4DED-47D1-BE73-E93D8BB8F1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EEF1A66-2C58-4BF0-AF69-1288A8BF010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689689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7" Type="http://schemas.openxmlformats.org/officeDocument/2006/relationships/image" Target="../media/image12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svg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0B84680-0909-40AB-95C9-DEC1BCDC846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zh-CN" altLang="en-US" dirty="0"/>
              <a:t>主页卡片图案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6C2B2B33-A2F8-4F57-9999-803041B22B8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9250546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矩形: 圆角 52">
            <a:extLst>
              <a:ext uri="{FF2B5EF4-FFF2-40B4-BE49-F238E27FC236}">
                <a16:creationId xmlns:a16="http://schemas.microsoft.com/office/drawing/2014/main" id="{DD9CBD46-3085-4993-96D1-91F0D7A627E8}"/>
              </a:ext>
            </a:extLst>
          </p:cNvPr>
          <p:cNvSpPr>
            <a:spLocks noChangeAspect="1"/>
          </p:cNvSpPr>
          <p:nvPr/>
        </p:nvSpPr>
        <p:spPr>
          <a:xfrm>
            <a:off x="7009200" y="2764800"/>
            <a:ext cx="2592000" cy="3459424"/>
          </a:xfrm>
          <a:prstGeom prst="roundRect">
            <a:avLst/>
          </a:prstGeom>
          <a:solidFill>
            <a:schemeClr val="tx1">
              <a:alpha val="20000"/>
            </a:schemeClr>
          </a:solidFill>
          <a:ln>
            <a:noFill/>
          </a:ln>
          <a:effectLst>
            <a:softEdge rad="63500"/>
          </a:effectLst>
          <a:scene3d>
            <a:camera prst="orthographicFront">
              <a:rot lat="0" lon="0" rev="20880000"/>
            </a:camera>
            <a:lightRig rig="threePt" dir="t"/>
          </a:scene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2" name="矩形: 圆角 51">
            <a:extLst>
              <a:ext uri="{FF2B5EF4-FFF2-40B4-BE49-F238E27FC236}">
                <a16:creationId xmlns:a16="http://schemas.microsoft.com/office/drawing/2014/main" id="{966179C2-B3F3-450E-AC45-44D3D6AD2213}"/>
              </a:ext>
            </a:extLst>
          </p:cNvPr>
          <p:cNvSpPr>
            <a:spLocks noChangeAspect="1"/>
          </p:cNvSpPr>
          <p:nvPr/>
        </p:nvSpPr>
        <p:spPr>
          <a:xfrm>
            <a:off x="2912400" y="2671200"/>
            <a:ext cx="2592000" cy="3459424"/>
          </a:xfrm>
          <a:prstGeom prst="roundRect">
            <a:avLst/>
          </a:prstGeom>
          <a:solidFill>
            <a:schemeClr val="tx1">
              <a:alpha val="20000"/>
            </a:schemeClr>
          </a:solidFill>
          <a:ln>
            <a:noFill/>
          </a:ln>
          <a:effectLst>
            <a:softEdge rad="63500"/>
          </a:effectLst>
          <a:scene3d>
            <a:camera prst="orthographicFront">
              <a:rot lat="0" lon="0" rev="720000"/>
            </a:camera>
            <a:lightRig rig="threePt" dir="t"/>
          </a:scene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9" name="矩形: 圆角 38">
            <a:extLst>
              <a:ext uri="{FF2B5EF4-FFF2-40B4-BE49-F238E27FC236}">
                <a16:creationId xmlns:a16="http://schemas.microsoft.com/office/drawing/2014/main" id="{1F1FCE38-5137-4B56-8764-C205B7A1ED8C}"/>
              </a:ext>
            </a:extLst>
          </p:cNvPr>
          <p:cNvSpPr>
            <a:spLocks/>
          </p:cNvSpPr>
          <p:nvPr/>
        </p:nvSpPr>
        <p:spPr>
          <a:xfrm>
            <a:off x="6901200" y="2656800"/>
            <a:ext cx="2520000" cy="3363329"/>
          </a:xfrm>
          <a:prstGeom prst="roundRect">
            <a:avLst/>
          </a:prstGeom>
          <a:solidFill>
            <a:srgbClr val="E5E7EB">
              <a:alpha val="97255"/>
            </a:srgbClr>
          </a:solidFill>
          <a:ln>
            <a:solidFill>
              <a:schemeClr val="accent1">
                <a:shade val="50000"/>
                <a:alpha val="92000"/>
              </a:schemeClr>
            </a:solidFill>
          </a:ln>
          <a:scene3d>
            <a:camera prst="orthographicFront">
              <a:rot lat="0" lon="0" rev="20880000"/>
            </a:camera>
            <a:lightRig rig="threePt" dir="t"/>
          </a:scene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0" name="矩形: 圆角 39">
            <a:extLst>
              <a:ext uri="{FF2B5EF4-FFF2-40B4-BE49-F238E27FC236}">
                <a16:creationId xmlns:a16="http://schemas.microsoft.com/office/drawing/2014/main" id="{D2468715-957A-449C-8B08-A5070743643D}"/>
              </a:ext>
            </a:extLst>
          </p:cNvPr>
          <p:cNvSpPr>
            <a:spLocks/>
          </p:cNvSpPr>
          <p:nvPr/>
        </p:nvSpPr>
        <p:spPr>
          <a:xfrm>
            <a:off x="6739986" y="2495183"/>
            <a:ext cx="2520000" cy="3363329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accent1">
                <a:shade val="50000"/>
              </a:schemeClr>
            </a:solidFill>
          </a:ln>
          <a:scene3d>
            <a:camera prst="orthographicFront">
              <a:rot lat="0" lon="0" rev="20880000"/>
            </a:camera>
            <a:lightRig rig="threePt" dir="t"/>
          </a:scene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51" name="图形 50">
            <a:extLst>
              <a:ext uri="{FF2B5EF4-FFF2-40B4-BE49-F238E27FC236}">
                <a16:creationId xmlns:a16="http://schemas.microsoft.com/office/drawing/2014/main" id="{B8A99321-9019-4909-90B4-B32AC007C7C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29536" y="2602455"/>
            <a:ext cx="2340900" cy="3121200"/>
          </a:xfrm>
          <a:prstGeom prst="rect">
            <a:avLst/>
          </a:prstGeom>
          <a:scene3d>
            <a:camera prst="orthographicFront">
              <a:rot lat="0" lon="0" rev="20880000"/>
            </a:camera>
            <a:lightRig rig="threePt" dir="t"/>
          </a:scene3d>
        </p:spPr>
      </p:pic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2A957265-2714-4B5C-BDE0-A9CA01D716C1}"/>
              </a:ext>
            </a:extLst>
          </p:cNvPr>
          <p:cNvSpPr>
            <a:spLocks noChangeAspect="1"/>
          </p:cNvSpPr>
          <p:nvPr/>
        </p:nvSpPr>
        <p:spPr>
          <a:xfrm>
            <a:off x="4939200" y="2581200"/>
            <a:ext cx="2592000" cy="3459424"/>
          </a:xfrm>
          <a:prstGeom prst="roundRect">
            <a:avLst/>
          </a:prstGeom>
          <a:solidFill>
            <a:schemeClr val="tx1">
              <a:alpha val="20000"/>
            </a:schemeClr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3" name="矩形: 圆角 42">
            <a:extLst>
              <a:ext uri="{FF2B5EF4-FFF2-40B4-BE49-F238E27FC236}">
                <a16:creationId xmlns:a16="http://schemas.microsoft.com/office/drawing/2014/main" id="{37545ED8-C09E-49AF-BB61-B5D0C3823BB0}"/>
              </a:ext>
            </a:extLst>
          </p:cNvPr>
          <p:cNvSpPr>
            <a:spLocks/>
          </p:cNvSpPr>
          <p:nvPr/>
        </p:nvSpPr>
        <p:spPr>
          <a:xfrm>
            <a:off x="2822400" y="2581200"/>
            <a:ext cx="2520000" cy="3363329"/>
          </a:xfrm>
          <a:prstGeom prst="roundRect">
            <a:avLst/>
          </a:prstGeom>
          <a:solidFill>
            <a:srgbClr val="FA8C16">
              <a:alpha val="97255"/>
            </a:srgbClr>
          </a:solidFill>
          <a:ln>
            <a:solidFill>
              <a:schemeClr val="accent1">
                <a:shade val="50000"/>
                <a:alpha val="92000"/>
              </a:schemeClr>
            </a:solidFill>
          </a:ln>
          <a:scene3d>
            <a:camera prst="orthographicFront">
              <a:rot lat="0" lon="0" rev="720000"/>
            </a:camera>
            <a:lightRig rig="threePt" dir="t"/>
          </a:scene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4" name="矩形: 圆角 43">
            <a:extLst>
              <a:ext uri="{FF2B5EF4-FFF2-40B4-BE49-F238E27FC236}">
                <a16:creationId xmlns:a16="http://schemas.microsoft.com/office/drawing/2014/main" id="{BE477AD2-13CB-427C-815D-2193E0D13616}"/>
              </a:ext>
            </a:extLst>
          </p:cNvPr>
          <p:cNvSpPr>
            <a:spLocks/>
          </p:cNvSpPr>
          <p:nvPr/>
        </p:nvSpPr>
        <p:spPr>
          <a:xfrm>
            <a:off x="2661543" y="2419483"/>
            <a:ext cx="2520000" cy="3363329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accent1">
                <a:shade val="50000"/>
              </a:schemeClr>
            </a:solidFill>
          </a:ln>
          <a:scene3d>
            <a:camera prst="orthographicFront">
              <a:rot lat="0" lon="0" rev="720000"/>
            </a:camera>
            <a:lightRig rig="threePt" dir="t"/>
          </a:scene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45" name="内容占位符 7">
            <a:extLst>
              <a:ext uri="{FF2B5EF4-FFF2-40B4-BE49-F238E27FC236}">
                <a16:creationId xmlns:a16="http://schemas.microsoft.com/office/drawing/2014/main" id="{700B46AB-8C82-4C89-B6C0-5139C9529E1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751543" y="2503725"/>
            <a:ext cx="2340000" cy="3120000"/>
          </a:xfrm>
          <a:prstGeom prst="rect">
            <a:avLst/>
          </a:prstGeom>
          <a:scene3d>
            <a:camera prst="orthographicFront">
              <a:rot lat="0" lon="0" rev="720000"/>
            </a:camera>
            <a:lightRig rig="threePt" dir="t"/>
          </a:scene3d>
        </p:spPr>
      </p:pic>
      <p:sp>
        <p:nvSpPr>
          <p:cNvPr id="9" name="矩形: 圆角 8">
            <a:extLst>
              <a:ext uri="{FF2B5EF4-FFF2-40B4-BE49-F238E27FC236}">
                <a16:creationId xmlns:a16="http://schemas.microsoft.com/office/drawing/2014/main" id="{27C70BBC-2285-4C5D-A6C9-140641A47639}"/>
              </a:ext>
            </a:extLst>
          </p:cNvPr>
          <p:cNvSpPr>
            <a:spLocks/>
          </p:cNvSpPr>
          <p:nvPr/>
        </p:nvSpPr>
        <p:spPr>
          <a:xfrm>
            <a:off x="4831200" y="2491200"/>
            <a:ext cx="2520000" cy="3363329"/>
          </a:xfrm>
          <a:prstGeom prst="roundRect">
            <a:avLst/>
          </a:prstGeom>
          <a:solidFill>
            <a:srgbClr val="1677FF">
              <a:alpha val="97255"/>
            </a:srgbClr>
          </a:solidFill>
          <a:ln>
            <a:solidFill>
              <a:schemeClr val="accent1">
                <a:shade val="50000"/>
                <a:alpha val="92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ADF9BF9C-1391-4DA4-AA2D-F47E089C8551}"/>
              </a:ext>
            </a:extLst>
          </p:cNvPr>
          <p:cNvSpPr>
            <a:spLocks/>
          </p:cNvSpPr>
          <p:nvPr/>
        </p:nvSpPr>
        <p:spPr>
          <a:xfrm>
            <a:off x="4651147" y="2312211"/>
            <a:ext cx="2520000" cy="3363329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47" name="图形 46">
            <a:extLst>
              <a:ext uri="{FF2B5EF4-FFF2-40B4-BE49-F238E27FC236}">
                <a16:creationId xmlns:a16="http://schemas.microsoft.com/office/drawing/2014/main" id="{AB9DC7B6-1305-4372-AB0D-4169CC33453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740697" y="2419483"/>
            <a:ext cx="2340900" cy="31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89269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2A957265-2714-4B5C-BDE0-A9CA01D716C1}"/>
              </a:ext>
            </a:extLst>
          </p:cNvPr>
          <p:cNvSpPr>
            <a:spLocks noChangeAspect="1"/>
          </p:cNvSpPr>
          <p:nvPr/>
        </p:nvSpPr>
        <p:spPr>
          <a:xfrm>
            <a:off x="2700000" y="2527200"/>
            <a:ext cx="2592000" cy="3459424"/>
          </a:xfrm>
          <a:prstGeom prst="roundRect">
            <a:avLst/>
          </a:prstGeom>
          <a:solidFill>
            <a:schemeClr val="tx1">
              <a:alpha val="20000"/>
            </a:schemeClr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27C70BBC-2285-4C5D-A6C9-140641A47639}"/>
              </a:ext>
            </a:extLst>
          </p:cNvPr>
          <p:cNvSpPr>
            <a:spLocks/>
          </p:cNvSpPr>
          <p:nvPr/>
        </p:nvSpPr>
        <p:spPr>
          <a:xfrm>
            <a:off x="2592000" y="2419200"/>
            <a:ext cx="2520000" cy="3363329"/>
          </a:xfrm>
          <a:prstGeom prst="roundRect">
            <a:avLst/>
          </a:prstGeom>
          <a:solidFill>
            <a:srgbClr val="444444">
              <a:alpha val="97255"/>
            </a:srgbClr>
          </a:solidFill>
          <a:ln>
            <a:solidFill>
              <a:schemeClr val="accent1">
                <a:shade val="50000"/>
                <a:alpha val="92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ADF9BF9C-1391-4DA4-AA2D-F47E089C8551}"/>
              </a:ext>
            </a:extLst>
          </p:cNvPr>
          <p:cNvSpPr>
            <a:spLocks/>
          </p:cNvSpPr>
          <p:nvPr/>
        </p:nvSpPr>
        <p:spPr>
          <a:xfrm>
            <a:off x="2410564" y="2239543"/>
            <a:ext cx="2520000" cy="3363329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47" name="图形 46">
            <a:extLst>
              <a:ext uri="{FF2B5EF4-FFF2-40B4-BE49-F238E27FC236}">
                <a16:creationId xmlns:a16="http://schemas.microsoft.com/office/drawing/2014/main" id="{AB9DC7B6-1305-4372-AB0D-4169CC33453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500114" y="2346815"/>
            <a:ext cx="2340900" cy="3121200"/>
          </a:xfrm>
          <a:prstGeom prst="rect">
            <a:avLst/>
          </a:prstGeom>
        </p:spPr>
      </p:pic>
      <p:sp>
        <p:nvSpPr>
          <p:cNvPr id="14" name="矩形: 圆角 13">
            <a:extLst>
              <a:ext uri="{FF2B5EF4-FFF2-40B4-BE49-F238E27FC236}">
                <a16:creationId xmlns:a16="http://schemas.microsoft.com/office/drawing/2014/main" id="{F8CCB22B-4C24-484E-AE50-FD07270B01A9}"/>
              </a:ext>
            </a:extLst>
          </p:cNvPr>
          <p:cNvSpPr>
            <a:spLocks noChangeAspect="1"/>
          </p:cNvSpPr>
          <p:nvPr/>
        </p:nvSpPr>
        <p:spPr>
          <a:xfrm>
            <a:off x="6901200" y="2527200"/>
            <a:ext cx="2592000" cy="3459424"/>
          </a:xfrm>
          <a:prstGeom prst="roundRect">
            <a:avLst/>
          </a:prstGeom>
          <a:solidFill>
            <a:schemeClr val="tx1">
              <a:alpha val="20000"/>
            </a:schemeClr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矩形: 圆角 14">
            <a:extLst>
              <a:ext uri="{FF2B5EF4-FFF2-40B4-BE49-F238E27FC236}">
                <a16:creationId xmlns:a16="http://schemas.microsoft.com/office/drawing/2014/main" id="{EA9B4B82-9912-4EB7-B1A6-8F3BD169E390}"/>
              </a:ext>
            </a:extLst>
          </p:cNvPr>
          <p:cNvSpPr>
            <a:spLocks/>
          </p:cNvSpPr>
          <p:nvPr/>
        </p:nvSpPr>
        <p:spPr>
          <a:xfrm>
            <a:off x="6793200" y="2419200"/>
            <a:ext cx="2520000" cy="3363329"/>
          </a:xfrm>
          <a:prstGeom prst="roundRect">
            <a:avLst/>
          </a:prstGeom>
          <a:solidFill>
            <a:srgbClr val="444444">
              <a:alpha val="97255"/>
            </a:srgbClr>
          </a:solidFill>
          <a:ln>
            <a:solidFill>
              <a:schemeClr val="accent1">
                <a:shade val="50000"/>
                <a:alpha val="92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AE3C9099-1EBA-47A5-8A02-15E33690935A}"/>
              </a:ext>
            </a:extLst>
          </p:cNvPr>
          <p:cNvSpPr>
            <a:spLocks/>
          </p:cNvSpPr>
          <p:nvPr/>
        </p:nvSpPr>
        <p:spPr>
          <a:xfrm>
            <a:off x="6614180" y="2239543"/>
            <a:ext cx="2520000" cy="3363329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7" name="图形 16">
            <a:extLst>
              <a:ext uri="{FF2B5EF4-FFF2-40B4-BE49-F238E27FC236}">
                <a16:creationId xmlns:a16="http://schemas.microsoft.com/office/drawing/2014/main" id="{E297C44F-EC42-45D3-97DF-19575542AD6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703730" y="2346815"/>
            <a:ext cx="2340900" cy="3121200"/>
          </a:xfrm>
          <a:prstGeom prst="rect">
            <a:avLst/>
          </a:prstGeom>
        </p:spPr>
      </p:pic>
      <p:cxnSp>
        <p:nvCxnSpPr>
          <p:cNvPr id="5" name="连接符: 曲线 4">
            <a:extLst>
              <a:ext uri="{FF2B5EF4-FFF2-40B4-BE49-F238E27FC236}">
                <a16:creationId xmlns:a16="http://schemas.microsoft.com/office/drawing/2014/main" id="{572F0F75-DACF-48CB-967E-37DD929B414D}"/>
              </a:ext>
            </a:extLst>
          </p:cNvPr>
          <p:cNvCxnSpPr>
            <a:cxnSpLocks/>
            <a:stCxn id="6" idx="0"/>
            <a:endCxn id="16" idx="0"/>
          </p:cNvCxnSpPr>
          <p:nvPr/>
        </p:nvCxnSpPr>
        <p:spPr>
          <a:xfrm rot="5400000" flipH="1" flipV="1">
            <a:off x="5772372" y="137735"/>
            <a:ext cx="12700" cy="4203616"/>
          </a:xfrm>
          <a:prstGeom prst="curvedConnector3">
            <a:avLst>
              <a:gd name="adj1" fmla="val 10049008"/>
            </a:avLst>
          </a:prstGeom>
          <a:ln w="38100" cap="flat">
            <a:solidFill>
              <a:srgbClr val="44444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826994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矩形: 圆角 52">
            <a:extLst>
              <a:ext uri="{FF2B5EF4-FFF2-40B4-BE49-F238E27FC236}">
                <a16:creationId xmlns:a16="http://schemas.microsoft.com/office/drawing/2014/main" id="{DD9CBD46-3085-4993-96D1-91F0D7A627E8}"/>
              </a:ext>
            </a:extLst>
          </p:cNvPr>
          <p:cNvSpPr>
            <a:spLocks noChangeAspect="1"/>
          </p:cNvSpPr>
          <p:nvPr/>
        </p:nvSpPr>
        <p:spPr>
          <a:xfrm>
            <a:off x="7009200" y="2764800"/>
            <a:ext cx="2592000" cy="3459424"/>
          </a:xfrm>
          <a:prstGeom prst="roundRect">
            <a:avLst/>
          </a:prstGeom>
          <a:solidFill>
            <a:schemeClr val="tx1">
              <a:alpha val="20000"/>
            </a:schemeClr>
          </a:solidFill>
          <a:ln>
            <a:noFill/>
          </a:ln>
          <a:effectLst>
            <a:softEdge rad="63500"/>
          </a:effectLst>
          <a:scene3d>
            <a:camera prst="orthographicFront">
              <a:rot lat="0" lon="0" rev="20880000"/>
            </a:camera>
            <a:lightRig rig="threePt" dir="t"/>
          </a:scene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2" name="矩形: 圆角 51">
            <a:extLst>
              <a:ext uri="{FF2B5EF4-FFF2-40B4-BE49-F238E27FC236}">
                <a16:creationId xmlns:a16="http://schemas.microsoft.com/office/drawing/2014/main" id="{966179C2-B3F3-450E-AC45-44D3D6AD2213}"/>
              </a:ext>
            </a:extLst>
          </p:cNvPr>
          <p:cNvSpPr>
            <a:spLocks noChangeAspect="1"/>
          </p:cNvSpPr>
          <p:nvPr/>
        </p:nvSpPr>
        <p:spPr>
          <a:xfrm>
            <a:off x="2912400" y="2671200"/>
            <a:ext cx="2592000" cy="3459424"/>
          </a:xfrm>
          <a:prstGeom prst="roundRect">
            <a:avLst/>
          </a:prstGeom>
          <a:solidFill>
            <a:schemeClr val="tx1">
              <a:alpha val="20000"/>
            </a:schemeClr>
          </a:solidFill>
          <a:ln>
            <a:noFill/>
          </a:ln>
          <a:effectLst>
            <a:softEdge rad="63500"/>
          </a:effectLst>
          <a:scene3d>
            <a:camera prst="orthographicFront">
              <a:rot lat="0" lon="0" rev="720000"/>
            </a:camera>
            <a:lightRig rig="threePt" dir="t"/>
          </a:scene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9" name="矩形: 圆角 38">
            <a:extLst>
              <a:ext uri="{FF2B5EF4-FFF2-40B4-BE49-F238E27FC236}">
                <a16:creationId xmlns:a16="http://schemas.microsoft.com/office/drawing/2014/main" id="{1F1FCE38-5137-4B56-8764-C205B7A1ED8C}"/>
              </a:ext>
            </a:extLst>
          </p:cNvPr>
          <p:cNvSpPr>
            <a:spLocks/>
          </p:cNvSpPr>
          <p:nvPr/>
        </p:nvSpPr>
        <p:spPr>
          <a:xfrm>
            <a:off x="6901200" y="2656800"/>
            <a:ext cx="2520000" cy="3363329"/>
          </a:xfrm>
          <a:prstGeom prst="roundRect">
            <a:avLst/>
          </a:prstGeom>
          <a:solidFill>
            <a:srgbClr val="E5E7EB">
              <a:alpha val="97255"/>
            </a:srgbClr>
          </a:solidFill>
          <a:ln>
            <a:solidFill>
              <a:schemeClr val="accent1">
                <a:shade val="50000"/>
                <a:alpha val="92000"/>
              </a:schemeClr>
            </a:solidFill>
          </a:ln>
          <a:scene3d>
            <a:camera prst="orthographicFront">
              <a:rot lat="0" lon="0" rev="20880000"/>
            </a:camera>
            <a:lightRig rig="threePt" dir="t"/>
          </a:scene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0" name="矩形: 圆角 39">
            <a:extLst>
              <a:ext uri="{FF2B5EF4-FFF2-40B4-BE49-F238E27FC236}">
                <a16:creationId xmlns:a16="http://schemas.microsoft.com/office/drawing/2014/main" id="{D2468715-957A-449C-8B08-A5070743643D}"/>
              </a:ext>
            </a:extLst>
          </p:cNvPr>
          <p:cNvSpPr>
            <a:spLocks/>
          </p:cNvSpPr>
          <p:nvPr/>
        </p:nvSpPr>
        <p:spPr>
          <a:xfrm>
            <a:off x="6739986" y="2495183"/>
            <a:ext cx="2520000" cy="3363329"/>
          </a:xfrm>
          <a:prstGeom prst="roundRect">
            <a:avLst/>
          </a:prstGeom>
          <a:solidFill>
            <a:srgbClr val="111827"/>
          </a:solidFill>
          <a:ln w="12700">
            <a:solidFill>
              <a:schemeClr val="accent1">
                <a:shade val="50000"/>
              </a:schemeClr>
            </a:solidFill>
          </a:ln>
          <a:scene3d>
            <a:camera prst="orthographicFront">
              <a:rot lat="0" lon="0" rev="20880000"/>
            </a:camera>
            <a:lightRig rig="threePt" dir="t"/>
          </a:scene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2A957265-2714-4B5C-BDE0-A9CA01D716C1}"/>
              </a:ext>
            </a:extLst>
          </p:cNvPr>
          <p:cNvSpPr>
            <a:spLocks noChangeAspect="1"/>
          </p:cNvSpPr>
          <p:nvPr/>
        </p:nvSpPr>
        <p:spPr>
          <a:xfrm>
            <a:off x="4939200" y="2581200"/>
            <a:ext cx="2592000" cy="3459424"/>
          </a:xfrm>
          <a:prstGeom prst="roundRect">
            <a:avLst/>
          </a:prstGeom>
          <a:solidFill>
            <a:schemeClr val="tx1">
              <a:alpha val="20000"/>
            </a:schemeClr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8" name="图形 7">
            <a:extLst>
              <a:ext uri="{FF2B5EF4-FFF2-40B4-BE49-F238E27FC236}">
                <a16:creationId xmlns:a16="http://schemas.microsoft.com/office/drawing/2014/main" id="{B70C8581-9DEC-4C98-A9F9-9C7BFF35F2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29200" y="2602800"/>
            <a:ext cx="2340000" cy="3120000"/>
          </a:xfrm>
          <a:prstGeom prst="rect">
            <a:avLst/>
          </a:prstGeom>
          <a:scene3d>
            <a:camera prst="orthographicFront">
              <a:rot lat="0" lon="0" rev="20880000"/>
            </a:camera>
            <a:lightRig rig="threePt" dir="t"/>
          </a:scene3d>
        </p:spPr>
      </p:pic>
      <p:sp>
        <p:nvSpPr>
          <p:cNvPr id="43" name="矩形: 圆角 42">
            <a:extLst>
              <a:ext uri="{FF2B5EF4-FFF2-40B4-BE49-F238E27FC236}">
                <a16:creationId xmlns:a16="http://schemas.microsoft.com/office/drawing/2014/main" id="{37545ED8-C09E-49AF-BB61-B5D0C3823BB0}"/>
              </a:ext>
            </a:extLst>
          </p:cNvPr>
          <p:cNvSpPr>
            <a:spLocks/>
          </p:cNvSpPr>
          <p:nvPr/>
        </p:nvSpPr>
        <p:spPr>
          <a:xfrm>
            <a:off x="2822400" y="2581200"/>
            <a:ext cx="2520000" cy="3363329"/>
          </a:xfrm>
          <a:prstGeom prst="roundRect">
            <a:avLst/>
          </a:prstGeom>
          <a:solidFill>
            <a:srgbClr val="FA8C16">
              <a:alpha val="97255"/>
            </a:srgbClr>
          </a:solidFill>
          <a:ln>
            <a:solidFill>
              <a:schemeClr val="accent1">
                <a:shade val="50000"/>
                <a:alpha val="92000"/>
              </a:schemeClr>
            </a:solidFill>
          </a:ln>
          <a:scene3d>
            <a:camera prst="orthographicFront">
              <a:rot lat="0" lon="0" rev="720000"/>
            </a:camera>
            <a:lightRig rig="threePt" dir="t"/>
          </a:scene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4" name="矩形: 圆角 43">
            <a:extLst>
              <a:ext uri="{FF2B5EF4-FFF2-40B4-BE49-F238E27FC236}">
                <a16:creationId xmlns:a16="http://schemas.microsoft.com/office/drawing/2014/main" id="{BE477AD2-13CB-427C-815D-2193E0D13616}"/>
              </a:ext>
            </a:extLst>
          </p:cNvPr>
          <p:cNvSpPr>
            <a:spLocks/>
          </p:cNvSpPr>
          <p:nvPr/>
        </p:nvSpPr>
        <p:spPr>
          <a:xfrm>
            <a:off x="2661543" y="2419483"/>
            <a:ext cx="2520000" cy="3363329"/>
          </a:xfrm>
          <a:prstGeom prst="roundRect">
            <a:avLst/>
          </a:prstGeom>
          <a:solidFill>
            <a:srgbClr val="111827"/>
          </a:solidFill>
          <a:ln w="12700">
            <a:solidFill>
              <a:schemeClr val="accent1">
                <a:shade val="50000"/>
              </a:schemeClr>
            </a:solidFill>
          </a:ln>
          <a:scene3d>
            <a:camera prst="orthographicFront">
              <a:rot lat="0" lon="0" rev="720000"/>
            </a:camera>
            <a:lightRig rig="threePt" dir="t"/>
          </a:scene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3" name="图形 2">
            <a:extLst>
              <a:ext uri="{FF2B5EF4-FFF2-40B4-BE49-F238E27FC236}">
                <a16:creationId xmlns:a16="http://schemas.microsoft.com/office/drawing/2014/main" id="{9327ED66-F666-4FE8-800D-7CE1FF3F36A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750400" y="2505600"/>
            <a:ext cx="2340000" cy="3120000"/>
          </a:xfrm>
          <a:prstGeom prst="rect">
            <a:avLst/>
          </a:prstGeom>
          <a:scene3d>
            <a:camera prst="orthographicFront">
              <a:rot lat="0" lon="0" rev="720000"/>
            </a:camera>
            <a:lightRig rig="threePt" dir="t"/>
          </a:scene3d>
        </p:spPr>
      </p:pic>
      <p:sp>
        <p:nvSpPr>
          <p:cNvPr id="9" name="矩形: 圆角 8">
            <a:extLst>
              <a:ext uri="{FF2B5EF4-FFF2-40B4-BE49-F238E27FC236}">
                <a16:creationId xmlns:a16="http://schemas.microsoft.com/office/drawing/2014/main" id="{27C70BBC-2285-4C5D-A6C9-140641A47639}"/>
              </a:ext>
            </a:extLst>
          </p:cNvPr>
          <p:cNvSpPr>
            <a:spLocks/>
          </p:cNvSpPr>
          <p:nvPr/>
        </p:nvSpPr>
        <p:spPr>
          <a:xfrm>
            <a:off x="4831200" y="2491200"/>
            <a:ext cx="2520000" cy="3363329"/>
          </a:xfrm>
          <a:prstGeom prst="roundRect">
            <a:avLst/>
          </a:prstGeom>
          <a:solidFill>
            <a:srgbClr val="1677FF">
              <a:alpha val="97255"/>
            </a:srgbClr>
          </a:solidFill>
          <a:ln>
            <a:solidFill>
              <a:schemeClr val="accent1">
                <a:shade val="50000"/>
                <a:alpha val="92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ADF9BF9C-1391-4DA4-AA2D-F47E089C8551}"/>
              </a:ext>
            </a:extLst>
          </p:cNvPr>
          <p:cNvSpPr>
            <a:spLocks/>
          </p:cNvSpPr>
          <p:nvPr/>
        </p:nvSpPr>
        <p:spPr>
          <a:xfrm>
            <a:off x="4651147" y="2312211"/>
            <a:ext cx="2520000" cy="3363329"/>
          </a:xfrm>
          <a:prstGeom prst="roundRect">
            <a:avLst/>
          </a:prstGeom>
          <a:solidFill>
            <a:srgbClr val="111827"/>
          </a:solidFill>
          <a:ln w="12700"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5" name="图形 4">
            <a:extLst>
              <a:ext uri="{FF2B5EF4-FFF2-40B4-BE49-F238E27FC236}">
                <a16:creationId xmlns:a16="http://schemas.microsoft.com/office/drawing/2014/main" id="{DB36CCD5-F1DD-4635-917C-8CDABD005CE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741200" y="2419200"/>
            <a:ext cx="2340000" cy="31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42792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连接符: 曲线 4">
            <a:extLst>
              <a:ext uri="{FF2B5EF4-FFF2-40B4-BE49-F238E27FC236}">
                <a16:creationId xmlns:a16="http://schemas.microsoft.com/office/drawing/2014/main" id="{572F0F75-DACF-48CB-967E-37DD929B414D}"/>
              </a:ext>
            </a:extLst>
          </p:cNvPr>
          <p:cNvCxnSpPr>
            <a:cxnSpLocks/>
            <a:stCxn id="6" idx="0"/>
            <a:endCxn id="16" idx="0"/>
          </p:cNvCxnSpPr>
          <p:nvPr/>
        </p:nvCxnSpPr>
        <p:spPr>
          <a:xfrm rot="5400000" flipH="1" flipV="1">
            <a:off x="5772372" y="137735"/>
            <a:ext cx="12700" cy="4203616"/>
          </a:xfrm>
          <a:prstGeom prst="curvedConnector3">
            <a:avLst>
              <a:gd name="adj1" fmla="val 10049008"/>
            </a:avLst>
          </a:prstGeom>
          <a:ln w="38100" cap="flat">
            <a:solidFill>
              <a:srgbClr val="E5E7E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2A957265-2714-4B5C-BDE0-A9CA01D716C1}"/>
              </a:ext>
            </a:extLst>
          </p:cNvPr>
          <p:cNvSpPr>
            <a:spLocks noChangeAspect="1"/>
          </p:cNvSpPr>
          <p:nvPr/>
        </p:nvSpPr>
        <p:spPr>
          <a:xfrm>
            <a:off x="2700000" y="2527200"/>
            <a:ext cx="2592000" cy="3459424"/>
          </a:xfrm>
          <a:prstGeom prst="roundRect">
            <a:avLst/>
          </a:prstGeom>
          <a:solidFill>
            <a:schemeClr val="tx1">
              <a:alpha val="20000"/>
            </a:schemeClr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27C70BBC-2285-4C5D-A6C9-140641A47639}"/>
              </a:ext>
            </a:extLst>
          </p:cNvPr>
          <p:cNvSpPr>
            <a:spLocks/>
          </p:cNvSpPr>
          <p:nvPr/>
        </p:nvSpPr>
        <p:spPr>
          <a:xfrm>
            <a:off x="2592000" y="2419200"/>
            <a:ext cx="2520000" cy="3363329"/>
          </a:xfrm>
          <a:prstGeom prst="roundRect">
            <a:avLst/>
          </a:prstGeom>
          <a:solidFill>
            <a:srgbClr val="E5E7EB">
              <a:alpha val="97255"/>
            </a:srgbClr>
          </a:solidFill>
          <a:ln>
            <a:solidFill>
              <a:schemeClr val="accent1">
                <a:shade val="50000"/>
                <a:alpha val="92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矩形: 圆角 13">
            <a:extLst>
              <a:ext uri="{FF2B5EF4-FFF2-40B4-BE49-F238E27FC236}">
                <a16:creationId xmlns:a16="http://schemas.microsoft.com/office/drawing/2014/main" id="{F8CCB22B-4C24-484E-AE50-FD07270B01A9}"/>
              </a:ext>
            </a:extLst>
          </p:cNvPr>
          <p:cNvSpPr>
            <a:spLocks noChangeAspect="1"/>
          </p:cNvSpPr>
          <p:nvPr/>
        </p:nvSpPr>
        <p:spPr>
          <a:xfrm>
            <a:off x="6901200" y="2527200"/>
            <a:ext cx="2592000" cy="3459424"/>
          </a:xfrm>
          <a:prstGeom prst="roundRect">
            <a:avLst/>
          </a:prstGeom>
          <a:solidFill>
            <a:schemeClr val="tx1">
              <a:alpha val="20000"/>
            </a:schemeClr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ADF9BF9C-1391-4DA4-AA2D-F47E089C8551}"/>
              </a:ext>
            </a:extLst>
          </p:cNvPr>
          <p:cNvSpPr>
            <a:spLocks/>
          </p:cNvSpPr>
          <p:nvPr/>
        </p:nvSpPr>
        <p:spPr>
          <a:xfrm>
            <a:off x="2410564" y="2239543"/>
            <a:ext cx="2520000" cy="3363329"/>
          </a:xfrm>
          <a:prstGeom prst="roundRect">
            <a:avLst/>
          </a:prstGeom>
          <a:solidFill>
            <a:srgbClr val="111827"/>
          </a:solidFill>
          <a:ln w="12700"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矩形: 圆角 14">
            <a:extLst>
              <a:ext uri="{FF2B5EF4-FFF2-40B4-BE49-F238E27FC236}">
                <a16:creationId xmlns:a16="http://schemas.microsoft.com/office/drawing/2014/main" id="{EA9B4B82-9912-4EB7-B1A6-8F3BD169E390}"/>
              </a:ext>
            </a:extLst>
          </p:cNvPr>
          <p:cNvSpPr>
            <a:spLocks/>
          </p:cNvSpPr>
          <p:nvPr/>
        </p:nvSpPr>
        <p:spPr>
          <a:xfrm>
            <a:off x="6793200" y="2419200"/>
            <a:ext cx="2520000" cy="3363329"/>
          </a:xfrm>
          <a:prstGeom prst="roundRect">
            <a:avLst/>
          </a:prstGeom>
          <a:solidFill>
            <a:srgbClr val="E5E7EB">
              <a:alpha val="97255"/>
            </a:srgbClr>
          </a:solidFill>
          <a:ln>
            <a:solidFill>
              <a:schemeClr val="accent1">
                <a:shade val="50000"/>
                <a:alpha val="92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AE3C9099-1EBA-47A5-8A02-15E33690935A}"/>
              </a:ext>
            </a:extLst>
          </p:cNvPr>
          <p:cNvSpPr>
            <a:spLocks/>
          </p:cNvSpPr>
          <p:nvPr/>
        </p:nvSpPr>
        <p:spPr>
          <a:xfrm>
            <a:off x="6614180" y="2239543"/>
            <a:ext cx="2520000" cy="3363329"/>
          </a:xfrm>
          <a:prstGeom prst="roundRect">
            <a:avLst/>
          </a:prstGeom>
          <a:solidFill>
            <a:srgbClr val="111827"/>
          </a:solidFill>
          <a:ln w="12700"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9" name="图形 18">
            <a:extLst>
              <a:ext uri="{FF2B5EF4-FFF2-40B4-BE49-F238E27FC236}">
                <a16:creationId xmlns:a16="http://schemas.microsoft.com/office/drawing/2014/main" id="{0B6E44DB-DC3D-4B04-80C1-BEBD1FC6A4D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703200" y="2347200"/>
            <a:ext cx="2340000" cy="3120000"/>
          </a:xfrm>
          <a:prstGeom prst="rect">
            <a:avLst/>
          </a:prstGeom>
        </p:spPr>
      </p:pic>
      <p:pic>
        <p:nvPicPr>
          <p:cNvPr id="3" name="图形 2">
            <a:extLst>
              <a:ext uri="{FF2B5EF4-FFF2-40B4-BE49-F238E27FC236}">
                <a16:creationId xmlns:a16="http://schemas.microsoft.com/office/drawing/2014/main" id="{0436EF35-B44F-4C39-A22E-0EA4130F830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502000" y="2347200"/>
            <a:ext cx="2340000" cy="31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148364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100</TotalTime>
  <Words>3</Words>
  <Application>Microsoft Office PowerPoint</Application>
  <PresentationFormat>宽屏</PresentationFormat>
  <Paragraphs>1</Paragraphs>
  <Slides>5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5</vt:i4>
      </vt:variant>
    </vt:vector>
  </HeadingPairs>
  <TitlesOfParts>
    <vt:vector size="9" baseType="lpstr">
      <vt:lpstr>等线</vt:lpstr>
      <vt:lpstr>等线 Light</vt:lpstr>
      <vt:lpstr>Arial</vt:lpstr>
      <vt:lpstr>Office 主题​​</vt:lpstr>
      <vt:lpstr>主页卡片图案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淳 黄</dc:creator>
  <cp:lastModifiedBy>淳 黄</cp:lastModifiedBy>
  <cp:revision>46</cp:revision>
  <dcterms:created xsi:type="dcterms:W3CDTF">2026-02-12T07:18:26Z</dcterms:created>
  <dcterms:modified xsi:type="dcterms:W3CDTF">2026-02-12T09:00:04Z</dcterms:modified>
</cp:coreProperties>
</file>